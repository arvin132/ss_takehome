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7" autoAdjust="0"/>
    <p:restoredTop sz="88566" autoAdjust="0"/>
  </p:normalViewPr>
  <p:slideViewPr>
    <p:cSldViewPr snapToGrid="0">
      <p:cViewPr>
        <p:scale>
          <a:sx n="87" d="100"/>
          <a:sy n="87" d="100"/>
        </p:scale>
        <p:origin x="57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AB33C-7D3F-4A9B-91C2-6A1A24568D4A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567FB-1172-4485-9830-4826AC271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7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Had to think How to represent the system in a relational-database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relation-ships made sense to add (example crew servicing only select plants)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 to handle minimal Auth: (admin, solar123)</a:t>
            </a:r>
          </a:p>
          <a:p>
            <a:pPr marL="171450" indent="-171450">
              <a:buFontTx/>
              <a:buChar char="-"/>
            </a:pPr>
            <a:r>
              <a:rPr lang="en-US" dirty="0"/>
              <a:t>Decided to at least have a general view of most items for all users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Decided to build for availability not consistency. Reject showing data if you are not sure</a:t>
            </a:r>
          </a:p>
          <a:p>
            <a:pPr marL="171450" indent="-171450">
              <a:buFontTx/>
              <a:buChar char="-"/>
            </a:pPr>
            <a:r>
              <a:rPr lang="en-US" dirty="0"/>
              <a:t>Played around with some numbers, settled with single </a:t>
            </a:r>
            <a:r>
              <a:rPr lang="en-US" dirty="0" err="1"/>
              <a:t>postgres</a:t>
            </a:r>
            <a:r>
              <a:rPr lang="en-US" dirty="0"/>
              <a:t> for both </a:t>
            </a:r>
            <a:r>
              <a:rPr lang="en-US" dirty="0" err="1"/>
              <a:t>Datbase</a:t>
            </a:r>
            <a:r>
              <a:rPr lang="en-US" dirty="0"/>
              <a:t> and Database caching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A567FB-1172-4485-9830-4826AC2712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5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A567FB-1172-4485-9830-4826AC2712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16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A567FB-1172-4485-9830-4826AC27123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8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A567FB-1172-4485-9830-4826AC27123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1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8DECA-8D5F-1FDF-75F4-FA85583DBD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FF721-609B-2BA9-764E-605C7DAFE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B3B5A-B312-AD7E-963A-9EB44B08D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2229-B4A2-475E-A433-2682F64F897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6ED42-BFA3-AD7B-6467-95D82228E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F9F3-752E-50CD-68F3-B8B20D8C0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4F6F-F6FA-465B-926C-411A3E02E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68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90162-D041-D48A-BF32-BF90E5A3A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1AD7E-3908-4237-75C4-0347A82B3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DD062-DF71-E970-2A90-F986962CC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2229-B4A2-475E-A433-2682F64F897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E9216-00D3-155C-2509-048A88725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CB316-89AB-DFC0-E4C4-162A7EB88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4F6F-F6FA-465B-926C-411A3E02E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903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66435-A509-7A04-699C-D7C32BEF5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8241E-33E6-E3B2-0FB8-E15B5D21C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898BF-9E8E-52AC-A7D0-33512DBC3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2229-B4A2-475E-A433-2682F64F897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616C-E170-CA45-F959-5F47D0AC8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6F468-3619-76E5-F81A-BFF84451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4F6F-F6FA-465B-926C-411A3E02E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18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44334-9637-114D-AB33-F25059B3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2A2EB-6F6C-99D5-8512-52B153EFF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C20A3-1EC2-B85A-FE9E-8874FE755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AAF0E-C042-0D6A-08E2-993891B56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2229-B4A2-475E-A433-2682F64F897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7B572-E176-8504-DCEA-87430E417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08DEB-C026-DB7A-0C1F-9D9F37F90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4F6F-F6FA-465B-926C-411A3E02E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30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65E74-3A9D-12C2-0E50-5EE2EECDA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BB410-5FF3-635C-E612-DE010C10D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2527E-8C4B-911C-B15B-1C81A1035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3FF93-9486-0D32-72A5-19BA9D080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625C92-78A3-DEB3-2567-7FC36E007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C87C90-9A14-4AEB-25B8-8F2D4A744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2229-B4A2-475E-A433-2682F64F897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2C9F79-3AFD-7004-AAD9-04846FDB5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35CE34-AC02-C958-8969-73D80D931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4F6F-F6FA-465B-926C-411A3E02E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99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CDC3E-4032-4BD0-DE53-114B222ED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401D2C-4437-975E-CCC1-C144EAAAE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2229-B4A2-475E-A433-2682F64F897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E35BF7-5711-1BB2-FDD0-B850306D2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AD49FD-C5C5-252A-8DB7-1A77D925D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4F6F-F6FA-465B-926C-411A3E02E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8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DBFFF9-C079-D10C-107B-3BD8CF676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2229-B4A2-475E-A433-2682F64F897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DAA555-B41A-C9DC-E251-1676DB572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63428-F313-5CD1-6B6D-365B0C58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4F6F-F6FA-465B-926C-411A3E02E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98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06341-E918-F423-03A7-068868561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70BDB-27B2-421F-D35D-77F257CD8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84DF2-95B7-DB8E-9E45-38823AD19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4E8DD-3D75-7BD9-C475-E4B9BC50F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2229-B4A2-475E-A433-2682F64F897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4AD2E-3067-82B6-F035-9FB8AEBCA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A6197-EAD0-C77F-8C3F-22398F0A6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4F6F-F6FA-465B-926C-411A3E02E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26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7F26-8A2E-C7C6-9896-4ABCD962D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FBD9E-E811-BF1F-CE28-9C6CC0048F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3D73C-1B06-90B1-72BF-8B4D3BFE4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711DC-7D65-A04E-C40A-BE526FF8D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2229-B4A2-475E-A433-2682F64F897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1A58E-8476-E2A7-3F9A-E46551F0C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BB34B-6F1F-0230-8816-2A290983E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4F6F-F6FA-465B-926C-411A3E02E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8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56928-6D63-11FB-7942-0A0A8788F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24A17-0453-1DE6-5A13-D8E4A8249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2C106-CF9F-BBD8-7963-CC4009AB1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2229-B4A2-475E-A433-2682F64F897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68876-9C41-A601-AB1B-CD42A6932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6692A-3ACC-33C9-9BAA-85625E369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4F6F-F6FA-465B-926C-411A3E02E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55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203555-EE27-C832-B3FB-EA37BA720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41C1D-1805-2114-4C67-11A1AAFCE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CD440-B866-F240-A2C6-60F6E8015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2229-B4A2-475E-A433-2682F64F897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8D9E9-53D6-A5C2-6FD4-A1D262B56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A2591-4958-4DBD-0BE9-DB5C6EA51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4F6F-F6FA-465B-926C-411A3E02E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11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365527-3ED6-3E3A-4080-BD837D733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0E03F-F40A-798E-939A-64C4466F2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765A3-9E27-6D55-62EF-7D8245064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892229-B4A2-475E-A433-2682F64F897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96163-F53B-3AC2-70E3-A8A973556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500C4-E8B6-FC4C-BB23-ADC9D863E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F4F6F-F6FA-465B-926C-411A3E02E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54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9C8-EC1B-5CE7-AF2C-631A809F53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Swish Solar Take home assessment, Interview stage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7FFEA-B54C-1DFA-65C3-5688067F7E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Arvin Asgharian Rezaee</a:t>
            </a:r>
          </a:p>
          <a:p>
            <a:r>
              <a:rPr lang="en-US" dirty="0"/>
              <a:t>Firstly, thanks for the opportunity</a:t>
            </a:r>
          </a:p>
        </p:txBody>
      </p:sp>
    </p:spTree>
    <p:extLst>
      <p:ext uri="{BB962C8B-B14F-4D97-AF65-F5344CB8AC3E}">
        <p14:creationId xmlns:p14="http://schemas.microsoft.com/office/powerpoint/2010/main" val="2734497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1A9D8-0898-8225-B5BD-F54EF9C5C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What I Built, And the Journey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3E217-2FC7-4356-CFC3-96DDFC666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step was modelling and system design.</a:t>
            </a:r>
          </a:p>
          <a:p>
            <a:r>
              <a:rPr lang="en-US" dirty="0"/>
              <a:t>Spent about 1 to 1:15 hours deriving requirements and designs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A687D7-E706-F540-FBB2-37BAC11E6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117" y="2991596"/>
            <a:ext cx="8442171" cy="350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33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37EC-1CA1-F9D9-F6D5-43DEF38A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41" y="178960"/>
            <a:ext cx="10515600" cy="1325563"/>
          </a:xfrm>
        </p:spPr>
        <p:txBody>
          <a:bodyPr/>
          <a:lstStyle/>
          <a:p>
            <a:r>
              <a:rPr lang="en-US" dirty="0"/>
              <a:t>Major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E584C-2E2B-8FD9-8BB2-425C1CF5F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11" y="1349260"/>
            <a:ext cx="11021622" cy="5067966"/>
          </a:xfrm>
        </p:spPr>
        <p:txBody>
          <a:bodyPr>
            <a:normAutofit/>
          </a:bodyPr>
          <a:lstStyle/>
          <a:p>
            <a:r>
              <a:rPr lang="en-US" dirty="0"/>
              <a:t>Crews can only service certain plants based on their region</a:t>
            </a:r>
          </a:p>
          <a:p>
            <a:r>
              <a:rPr lang="en-US" dirty="0"/>
              <a:t>Crews' cleaning time and cost of cleaning are not static and derived for each crew based on their rate and speed</a:t>
            </a:r>
          </a:p>
          <a:p>
            <a:r>
              <a:rPr lang="en-US" dirty="0"/>
              <a:t>Pre-compute data to avoid 8AM spikes. Use </a:t>
            </a:r>
            <a:r>
              <a:rPr lang="en-US" dirty="0" err="1"/>
              <a:t>cron</a:t>
            </a:r>
            <a:r>
              <a:rPr lang="en-US" dirty="0"/>
              <a:t>-jobs and store the data inside of the database. Edge cases: A) Updates have to invalidate the report and recompute B) failed jobs mean no report in the morning -&gt; send compute request</a:t>
            </a:r>
          </a:p>
          <a:p>
            <a:r>
              <a:rPr lang="en-US" dirty="0"/>
              <a:t>Simple background workers with no broker. Uses the DB. Overhead polling is bad but at this rate it's not our main concern</a:t>
            </a:r>
          </a:p>
          <a:p>
            <a:r>
              <a:rPr lang="en-US" dirty="0"/>
              <a:t>Frontend is one giant dashboard with design based on swishsolar.com. See entities and make simple </a:t>
            </a:r>
            <a:r>
              <a:rPr lang="en-US" dirty="0" err="1"/>
              <a:t>decisions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001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C022A-D891-1C16-5354-C67477AAA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avoided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76DB3-268B-4040-D31E-24DA896D2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Redis caching -&gt; Compute time is the bottleneck, not the disk VS memory round trip</a:t>
            </a:r>
          </a:p>
          <a:p>
            <a:r>
              <a:rPr lang="en-US" dirty="0"/>
              <a:t>Statistical modeling for loss estimation -&gt; Lost time I can work on enhancing other features</a:t>
            </a:r>
          </a:p>
          <a:p>
            <a:r>
              <a:rPr lang="en-US" dirty="0"/>
              <a:t>Dedicated roles and permissions -&gt; Goal is to showcase data modelling, not creating an Auth service</a:t>
            </a:r>
          </a:p>
          <a:p>
            <a:r>
              <a:rPr lang="en-US" dirty="0"/>
              <a:t>No automated day entry creation or simulated signal from 3</a:t>
            </a:r>
            <a:r>
              <a:rPr lang="en-US" baseline="30000" dirty="0"/>
              <a:t>rd</a:t>
            </a:r>
            <a:r>
              <a:rPr lang="en-US" dirty="0"/>
              <a:t> party </a:t>
            </a:r>
            <a:r>
              <a:rPr lang="en-US" dirty="0" err="1"/>
              <a:t>MockAPI</a:t>
            </a:r>
            <a:r>
              <a:rPr lang="en-US" dirty="0"/>
              <a:t>. Flexible structure can be expanded for this, but I assumed this to be out of scope</a:t>
            </a:r>
          </a:p>
        </p:txBody>
      </p:sp>
    </p:spTree>
    <p:extLst>
      <p:ext uri="{BB962C8B-B14F-4D97-AF65-F5344CB8AC3E}">
        <p14:creationId xmlns:p14="http://schemas.microsoft.com/office/powerpoint/2010/main" val="664603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04A90-A7DA-0BB2-0D4C-AC7EA893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004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DEMO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794BDE-6EC6-F282-5E18-B562CC7B2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0" y="699110"/>
            <a:ext cx="7781982" cy="193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596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A1C3A-F39D-BFFC-E8FE-F918EAFE1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What I am Unsure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DB5DE-EF3F-CF24-CE81-79D8A37A0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Lack of understanding of solar energy -&gt; Is how I modeled the energy estimation and the cost calculation correct? </a:t>
            </a:r>
          </a:p>
          <a:p>
            <a:r>
              <a:rPr lang="en-US" dirty="0"/>
              <a:t>Burst of users at 8AM -&gt; Which 8AM at which zone?</a:t>
            </a:r>
          </a:p>
          <a:p>
            <a:r>
              <a:rPr lang="en-US" dirty="0"/>
              <a:t>Is </a:t>
            </a:r>
            <a:r>
              <a:rPr lang="en-US" dirty="0" err="1"/>
              <a:t>zonality</a:t>
            </a:r>
            <a:r>
              <a:rPr lang="en-US" dirty="0"/>
              <a:t> something we have to take into consideration? Can one DB/API serve all of our users?</a:t>
            </a:r>
          </a:p>
          <a:p>
            <a:r>
              <a:rPr lang="en-US" dirty="0"/>
              <a:t> How long can the system handle no-dedicated broker for background tasks?</a:t>
            </a:r>
          </a:p>
        </p:txBody>
      </p:sp>
    </p:spTree>
    <p:extLst>
      <p:ext uri="{BB962C8B-B14F-4D97-AF65-F5344CB8AC3E}">
        <p14:creationId xmlns:p14="http://schemas.microsoft.com/office/powerpoint/2010/main" val="4294277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FBD82-92FE-74ED-F0C9-7AECB67FD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3: What Breaks 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34E74-2072-B2AD-70A3-9C67DBEF2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Auth system: Every user can see everything/edit everything. Any authenticated user has total access</a:t>
            </a:r>
          </a:p>
          <a:p>
            <a:r>
              <a:rPr lang="en-US" dirty="0"/>
              <a:t>Pre-compute system is a bit unreliable. A system-wide failure will spike usage in the morning and bring down service. No retry or observability baked in</a:t>
            </a:r>
          </a:p>
          <a:p>
            <a:r>
              <a:rPr lang="en-US" dirty="0"/>
              <a:t>Database has no backup; meaning an outage/data loss is lethal for it</a:t>
            </a:r>
          </a:p>
          <a:p>
            <a:r>
              <a:rPr lang="en-US" dirty="0"/>
              <a:t>No unit tests -&gt; collaboration will be a nightmare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185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2E4CA-5431-FE1C-36B4-A68DCA279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4: What I would Build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39E93-948D-63C0-01D4-5EFC0A420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Queue system + Producer/Consumer pattern for precomputing tasks to avoid silent failures. </a:t>
            </a:r>
          </a:p>
          <a:p>
            <a:r>
              <a:rPr lang="en-US" dirty="0"/>
              <a:t>Better Auth system, with row-level access and defined permissions</a:t>
            </a:r>
          </a:p>
          <a:p>
            <a:r>
              <a:rPr lang="en-US" dirty="0"/>
              <a:t>Moving the database to a cloud provider for both reliability assurance and multi-zone availability</a:t>
            </a:r>
          </a:p>
          <a:p>
            <a:r>
              <a:rPr lang="en-US" dirty="0"/>
              <a:t>Distributed caching with Redis</a:t>
            </a:r>
          </a:p>
          <a:p>
            <a:r>
              <a:rPr lang="en-US" dirty="0" err="1"/>
              <a:t>Server-Sent Events (SSE)</a:t>
            </a:r>
            <a:r>
              <a:rPr lang="en-US" dirty="0"/>
              <a:t> instead of needing to refresh for updates to arrive for analytics</a:t>
            </a:r>
          </a:p>
        </p:txBody>
      </p:sp>
    </p:spTree>
    <p:extLst>
      <p:ext uri="{BB962C8B-B14F-4D97-AF65-F5344CB8AC3E}">
        <p14:creationId xmlns:p14="http://schemas.microsoft.com/office/powerpoint/2010/main" val="1289135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E665C-CDBB-687F-FE35-F491FF5EB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5: Improvements On the Brief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337CB-D7B5-D6F3-7CCC-F4036B7BF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high-level/low-level should decision log be?</a:t>
            </a:r>
          </a:p>
          <a:p>
            <a:r>
              <a:rPr lang="en-US" dirty="0"/>
              <a:t>Any dealbreaker features needed?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047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F2F3209621894CAF5FE7AAEDE68DE7" ma:contentTypeVersion="16" ma:contentTypeDescription="Create a new document." ma:contentTypeScope="" ma:versionID="106c5b55156fc5ac9c2748dbafe9c811">
  <xsd:schema xmlns:xsd="http://www.w3.org/2001/XMLSchema" xmlns:xs="http://www.w3.org/2001/XMLSchema" xmlns:p="http://schemas.microsoft.com/office/2006/metadata/properties" xmlns:ns3="5c17d1f5-c81c-463a-9b2b-c7617943db38" xmlns:ns4="a526f6d0-ab39-4f94-84b7-8924b6fa7508" targetNamespace="http://schemas.microsoft.com/office/2006/metadata/properties" ma:root="true" ma:fieldsID="b436d3b9eedd24c0a4101a51b8e5589b" ns3:_="" ns4:_="">
    <xsd:import namespace="5c17d1f5-c81c-463a-9b2b-c7617943db38"/>
    <xsd:import namespace="a526f6d0-ab39-4f94-84b7-8924b6fa750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LengthInSeconds" minOccurs="0"/>
                <xsd:element ref="ns4:_activity" minOccurs="0"/>
                <xsd:element ref="ns4:MediaServiceAutoTags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17d1f5-c81c-463a-9b2b-c7617943db3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26f6d0-ab39-4f94-84b7-8924b6fa75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526f6d0-ab39-4f94-84b7-8924b6fa7508" xsi:nil="true"/>
  </documentManagement>
</p:properties>
</file>

<file path=customXml/itemProps1.xml><?xml version="1.0" encoding="utf-8"?>
<ds:datastoreItem xmlns:ds="http://schemas.openxmlformats.org/officeDocument/2006/customXml" ds:itemID="{9CE03BB9-4C98-4122-B2DA-E3E4FA9673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17d1f5-c81c-463a-9b2b-c7617943db38"/>
    <ds:schemaRef ds:uri="a526f6d0-ab39-4f94-84b7-8924b6fa75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FB164F5-9F05-4130-8E5C-918CFE0068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74B46E-9FDD-4B11-8E33-FF7871FF07D0}">
  <ds:schemaRefs>
    <ds:schemaRef ds:uri="http://schemas.microsoft.com/office/2006/metadata/properties"/>
    <ds:schemaRef ds:uri="http://schemas.microsoft.com/office/infopath/2007/PartnerControls"/>
    <ds:schemaRef ds:uri="a526f6d0-ab39-4f94-84b7-8924b6fa750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563</Words>
  <Application>Microsoft Office PowerPoint</Application>
  <PresentationFormat>Widescreen</PresentationFormat>
  <Paragraphs>47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Swish Solar Take home assessment, Interview stage 2</vt:lpstr>
      <vt:lpstr>1: What I Built, And the Journey</vt:lpstr>
      <vt:lpstr>Major Decisions</vt:lpstr>
      <vt:lpstr>What I avoided</vt:lpstr>
      <vt:lpstr>DEMO TIME</vt:lpstr>
      <vt:lpstr>2: What  I am Unsure</vt:lpstr>
      <vt:lpstr>3: What Breaks First</vt:lpstr>
      <vt:lpstr>4: What I would Build next</vt:lpstr>
      <vt:lpstr>5: Improvements On the Brief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Arvin Asgharian Rezaee</dc:creator>
  <cp:lastModifiedBy>Arvin Asgharian Rezaee</cp:lastModifiedBy>
  <cp:revision>2</cp:revision>
  <dcterms:created xsi:type="dcterms:W3CDTF">2026-09-18T08:37:18Z</dcterms:created>
  <dcterms:modified xsi:type="dcterms:W3CDTF">2026-09-18T10:37:15Z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0x0101002BF2F3209621894CAF5FE7AAEDE68DE7</vt:lpwstr>
  </property>
</Properties>
</file>